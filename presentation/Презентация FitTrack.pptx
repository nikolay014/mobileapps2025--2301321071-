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FA2B-6512-4438-957D-96B22DB290BF}" type="datetimeFigureOut">
              <a:rPr lang="bg-BG" smtClean="0"/>
              <a:t>24.11.2025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67E-29C0-4AB5-B4A3-3104624605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24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FA2B-6512-4438-957D-96B22DB290BF}" type="datetimeFigureOut">
              <a:rPr lang="bg-BG" smtClean="0"/>
              <a:t>24.11.2025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67E-29C0-4AB5-B4A3-3104624605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28884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FA2B-6512-4438-957D-96B22DB290BF}" type="datetimeFigureOut">
              <a:rPr lang="bg-BG" smtClean="0"/>
              <a:t>24.11.2025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67E-29C0-4AB5-B4A3-3104624605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74182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FA2B-6512-4438-957D-96B22DB290BF}" type="datetimeFigureOut">
              <a:rPr lang="bg-BG" smtClean="0"/>
              <a:t>24.11.2025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67E-29C0-4AB5-B4A3-3104624605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06336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FA2B-6512-4438-957D-96B22DB290BF}" type="datetimeFigureOut">
              <a:rPr lang="bg-BG" smtClean="0"/>
              <a:t>24.11.2025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67E-29C0-4AB5-B4A3-3104624605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04480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FA2B-6512-4438-957D-96B22DB290BF}" type="datetimeFigureOut">
              <a:rPr lang="bg-BG" smtClean="0"/>
              <a:t>24.11.2025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67E-29C0-4AB5-B4A3-3104624605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2136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FA2B-6512-4438-957D-96B22DB290BF}" type="datetimeFigureOut">
              <a:rPr lang="bg-BG" smtClean="0"/>
              <a:t>24.11.2025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67E-29C0-4AB5-B4A3-3104624605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75920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FA2B-6512-4438-957D-96B22DB290BF}" type="datetimeFigureOut">
              <a:rPr lang="bg-BG" smtClean="0"/>
              <a:t>24.11.2025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67E-29C0-4AB5-B4A3-3104624605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50597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FA2B-6512-4438-957D-96B22DB290BF}" type="datetimeFigureOut">
              <a:rPr lang="bg-BG" smtClean="0"/>
              <a:t>24.11.2025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67E-29C0-4AB5-B4A3-3104624605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021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FA2B-6512-4438-957D-96B22DB290BF}" type="datetimeFigureOut">
              <a:rPr lang="bg-BG" smtClean="0"/>
              <a:t>24.11.2025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67E-29C0-4AB5-B4A3-3104624605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72028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авие и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FA2B-6512-4438-957D-96B22DB290BF}" type="datetimeFigureOut">
              <a:rPr lang="bg-BG" smtClean="0"/>
              <a:t>24.11.2025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67E-29C0-4AB5-B4A3-3104624605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90262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FA2B-6512-4438-957D-96B22DB290BF}" type="datetimeFigureOut">
              <a:rPr lang="bg-BG" smtClean="0"/>
              <a:t>24.11.2025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67E-29C0-4AB5-B4A3-31046246051C}" type="slidenum">
              <a:rPr lang="bg-BG" smtClean="0"/>
              <a:t>‹#›</a:t>
            </a:fld>
            <a:endParaRPr lang="bg-BG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0324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FA2B-6512-4438-957D-96B22DB290BF}" type="datetimeFigureOut">
              <a:rPr lang="bg-BG" smtClean="0"/>
              <a:t>24.11.2025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67E-29C0-4AB5-B4A3-3104624605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484367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FA2B-6512-4438-957D-96B22DB290BF}" type="datetimeFigureOut">
              <a:rPr lang="bg-BG" smtClean="0"/>
              <a:t>24.11.2025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67E-29C0-4AB5-B4A3-3104624605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846179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и с карти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FA2B-6512-4438-957D-96B22DB290BF}" type="datetimeFigureOut">
              <a:rPr lang="bg-BG" smtClean="0"/>
              <a:t>24.11.2025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67E-29C0-4AB5-B4A3-3104624605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774279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FA2B-6512-4438-957D-96B22DB290BF}" type="datetimeFigureOut">
              <a:rPr lang="bg-BG" smtClean="0"/>
              <a:t>24.11.2025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67E-29C0-4AB5-B4A3-3104624605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60146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FA2B-6512-4438-957D-96B22DB290BF}" type="datetimeFigureOut">
              <a:rPr lang="bg-BG" smtClean="0"/>
              <a:t>24.11.2025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A67E-29C0-4AB5-B4A3-3104624605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1629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18E8FA2B-6512-4438-957D-96B22DB290BF}" type="datetimeFigureOut">
              <a:rPr lang="bg-BG" smtClean="0"/>
              <a:t>24.11.2025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D04A67E-29C0-4AB5-B4A3-3104624605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107544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4839B637-BCD5-C71C-92E2-FF73E471D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212" y="1619053"/>
            <a:ext cx="8791575" cy="1878291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FitTrack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Mobile app</a:t>
            </a:r>
            <a:endParaRPr lang="bg-BG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FE11AB22-4AF7-9C6B-6A1C-F84969C38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1117" y="4591853"/>
            <a:ext cx="5106185" cy="1655762"/>
          </a:xfrm>
        </p:spPr>
        <p:txBody>
          <a:bodyPr/>
          <a:lstStyle/>
          <a:p>
            <a:pPr algn="r"/>
            <a:r>
              <a:rPr lang="bg-BG" dirty="0"/>
              <a:t>Изготвил</a:t>
            </a:r>
            <a:r>
              <a:rPr lang="en-US" dirty="0"/>
              <a:t>:</a:t>
            </a:r>
            <a:r>
              <a:rPr lang="bg-BG" dirty="0"/>
              <a:t>Николай </a:t>
            </a:r>
            <a:r>
              <a:rPr lang="bg-BG" dirty="0" err="1"/>
              <a:t>Коджахристов</a:t>
            </a:r>
            <a:endParaRPr lang="bg-BG" dirty="0"/>
          </a:p>
          <a:p>
            <a:pPr algn="r"/>
            <a:r>
              <a:rPr lang="bg-BG" dirty="0" err="1"/>
              <a:t>Фак</a:t>
            </a:r>
            <a:r>
              <a:rPr lang="en-US" dirty="0"/>
              <a:t> </a:t>
            </a:r>
            <a:r>
              <a:rPr lang="bg-BG" dirty="0"/>
              <a:t>№</a:t>
            </a:r>
            <a:r>
              <a:rPr lang="en-US" dirty="0"/>
              <a:t>: 2301321071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595374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7B583E30-3A6F-9F7A-098F-20E847325CF6}"/>
              </a:ext>
            </a:extLst>
          </p:cNvPr>
          <p:cNvSpPr txBox="1"/>
          <p:nvPr/>
        </p:nvSpPr>
        <p:spPr>
          <a:xfrm>
            <a:off x="2941162" y="292232"/>
            <a:ext cx="63725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800" dirty="0"/>
              <a:t>Начална </a:t>
            </a:r>
            <a:r>
              <a:rPr lang="bg-BG" sz="2800" dirty="0" err="1"/>
              <a:t>стараница</a:t>
            </a:r>
            <a:endParaRPr lang="bg-BG" sz="2800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DAE7D03-DD5E-9F7F-F396-5815C9F74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5376" y="1659679"/>
            <a:ext cx="696640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bg-BG" altLang="bg-B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Показва заглавието на приложението и секцията „Моите тренировки“.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bg-BG" altLang="bg-B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Предлага два основни бутона: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bg-BG" altLang="bg-B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Добави бягане</a:t>
            </a:r>
            <a:r>
              <a:rPr kumimoji="0" lang="bg-BG" altLang="bg-B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стартира форма за запис на бягане.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bg-BG" altLang="bg-B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Добави силова</a:t>
            </a:r>
            <a:r>
              <a:rPr kumimoji="0" lang="bg-BG" altLang="bg-B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стартира форма за силова тренировка.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bg-BG" altLang="bg-B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Под бутоните има </a:t>
            </a:r>
            <a:r>
              <a:rPr kumimoji="0" lang="bg-BG" altLang="bg-B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списък с всички записани тренировки</a:t>
            </a:r>
            <a:r>
              <a:rPr kumimoji="0" lang="bg-BG" altLang="bg-B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bg-BG" altLang="bg-BG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RecyclerView</a:t>
            </a:r>
            <a:r>
              <a:rPr kumimoji="0" lang="bg-BG" altLang="bg-B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bg-BG" altLang="bg-B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Всеки елемент от списъка показва кратка информация за тренировката.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bg-BG" altLang="bg-B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 натискане върху елемент потребителят се пренасочва към екрана с детайли.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bg-BG" altLang="bg-B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 детайлния екран могат да се извършват действия: редакция, изтриване и преглед на карта.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bg-BG" altLang="bg-B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Началната страница служи като централен хъб за навигация и достъп до основните функции.</a:t>
            </a:r>
          </a:p>
        </p:txBody>
      </p:sp>
      <p:pic>
        <p:nvPicPr>
          <p:cNvPr id="16" name="Картина 15">
            <a:extLst>
              <a:ext uri="{FF2B5EF4-FFF2-40B4-BE49-F238E27FC236}">
                <a16:creationId xmlns:a16="http://schemas.microsoft.com/office/drawing/2014/main" id="{BEA5907B-BA40-DD89-39F1-BA1C1CAC9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24" y="1072301"/>
            <a:ext cx="2912883" cy="549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046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62E6DBC9-941F-8CA6-177F-6F4E8A7D7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bg-BG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Страница за създаване на тренировка</a:t>
            </a:r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EF3D5593-6F13-AD8B-5DAA-7B1D40F28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582" y="1502152"/>
            <a:ext cx="2307981" cy="5167312"/>
          </a:xfrm>
          <a:prstGeom prst="rect">
            <a:avLst/>
          </a:prstGeom>
        </p:spPr>
      </p:pic>
      <p:pic>
        <p:nvPicPr>
          <p:cNvPr id="11" name="Картина 10">
            <a:extLst>
              <a:ext uri="{FF2B5EF4-FFF2-40B4-BE49-F238E27FC236}">
                <a16:creationId xmlns:a16="http://schemas.microsoft.com/office/drawing/2014/main" id="{E036EAD0-83A8-8116-DDE8-5581AB428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244" y="1502152"/>
            <a:ext cx="2415772" cy="5167312"/>
          </a:xfrm>
          <a:prstGeom prst="rect">
            <a:avLst/>
          </a:prstGeom>
        </p:spPr>
      </p:pic>
      <p:sp>
        <p:nvSpPr>
          <p:cNvPr id="17" name="Текстово поле 16">
            <a:extLst>
              <a:ext uri="{FF2B5EF4-FFF2-40B4-BE49-F238E27FC236}">
                <a16:creationId xmlns:a16="http://schemas.microsoft.com/office/drawing/2014/main" id="{2D7BF21E-BB0A-2347-7902-41829D646B2F}"/>
              </a:ext>
            </a:extLst>
          </p:cNvPr>
          <p:cNvSpPr txBox="1"/>
          <p:nvPr/>
        </p:nvSpPr>
        <p:spPr>
          <a:xfrm>
            <a:off x="6258697" y="2635793"/>
            <a:ext cx="549582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buFont typeface="Arial" panose="020B0604020202020204" pitchFamily="34" charset="0"/>
              <a:buChar char="•"/>
            </a:pPr>
            <a:r>
              <a:rPr lang="bg-BG" dirty="0"/>
              <a:t>Потребителят избира типа тренировка: </a:t>
            </a:r>
            <a:r>
              <a:rPr lang="bg-BG" b="1" dirty="0"/>
              <a:t>бягане</a:t>
            </a:r>
            <a:r>
              <a:rPr lang="bg-BG" dirty="0"/>
              <a:t> или </a:t>
            </a:r>
            <a:r>
              <a:rPr lang="bg-BG" b="1" dirty="0"/>
              <a:t>силова</a:t>
            </a:r>
            <a:r>
              <a:rPr lang="bg-BG" dirty="0"/>
              <a:t>.</a:t>
            </a:r>
          </a:p>
          <a:p>
            <a:pPr marL="285750" indent="-285750" eaLnBrk="0" fontAlgn="base" hangingPunct="0">
              <a:buFont typeface="Arial" panose="020B0604020202020204" pitchFamily="34" charset="0"/>
              <a:buChar char="•"/>
            </a:pPr>
            <a:r>
              <a:rPr lang="bg-BG" dirty="0"/>
              <a:t>Полетата се променят според избрания тип (дистанция и адрес при бягане; серии и повторения при силова).</a:t>
            </a:r>
          </a:p>
          <a:p>
            <a:pPr marL="285750" indent="-285750" eaLnBrk="0" fontAlgn="base" hangingPunct="0">
              <a:buFont typeface="Arial" panose="020B0604020202020204" pitchFamily="34" charset="0"/>
              <a:buChar char="•"/>
            </a:pPr>
            <a:r>
              <a:rPr lang="bg-BG" dirty="0"/>
              <a:t>Въвеждат се: заглавие, продължителност, бележки и допълнителни параметри според вида.</a:t>
            </a:r>
          </a:p>
          <a:p>
            <a:pPr marL="285750" indent="-285750" eaLnBrk="0" fontAlgn="base" hangingPunct="0">
              <a:buFont typeface="Arial" panose="020B0604020202020204" pitchFamily="34" charset="0"/>
              <a:buChar char="•"/>
            </a:pPr>
            <a:r>
              <a:rPr lang="bg-BG" dirty="0"/>
              <a:t>Данните се записват в локална база (</a:t>
            </a:r>
            <a:r>
              <a:rPr lang="bg-BG" dirty="0" err="1"/>
              <a:t>Room</a:t>
            </a:r>
            <a:r>
              <a:rPr lang="bg-BG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/>
              <a:t>След успешно записване приложението се връща към списъка с тренировки.</a:t>
            </a:r>
          </a:p>
        </p:txBody>
      </p:sp>
    </p:spTree>
    <p:extLst>
      <p:ext uri="{BB962C8B-B14F-4D97-AF65-F5344CB8AC3E}">
        <p14:creationId xmlns:p14="http://schemas.microsoft.com/office/powerpoint/2010/main" val="3099657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6FC2997A-AE8C-3A14-0AD7-4F1EC3929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296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bg-BG" dirty="0"/>
              <a:t>Страница с детайли за тренировката</a:t>
            </a:r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089E2812-2F68-4E28-1625-E0A626834E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01"/>
          <a:stretch>
            <a:fillRect/>
          </a:stretch>
        </p:blipFill>
        <p:spPr>
          <a:xfrm>
            <a:off x="918356" y="1690688"/>
            <a:ext cx="2786378" cy="5035335"/>
          </a:xfrm>
          <a:prstGeom prst="rect">
            <a:avLst/>
          </a:prstGeom>
        </p:spPr>
      </p:pic>
      <p:sp>
        <p:nvSpPr>
          <p:cNvPr id="12" name="Rectangle 4">
            <a:extLst>
              <a:ext uri="{FF2B5EF4-FFF2-40B4-BE49-F238E27FC236}">
                <a16:creationId xmlns:a16="http://schemas.microsoft.com/office/drawing/2014/main" id="{FAA99912-9C5C-2A2A-E21E-61799A97D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9707" y="2357107"/>
            <a:ext cx="610846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bg-BG" altLang="bg-BG" dirty="0">
                <a:latin typeface="Arial" panose="020B0604020202020204" pitchFamily="34" charset="0"/>
              </a:rPr>
              <a:t>Показва пълната информация за избраната тренировка: заглавие, тип, дата, дистанция/серии, продължителност и бележки.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bg-BG" altLang="bg-BG" dirty="0">
                <a:latin typeface="Arial" panose="020B0604020202020204" pitchFamily="34" charset="0"/>
              </a:rPr>
              <a:t>Позволява преглед на стартовата локация чрез </a:t>
            </a:r>
            <a:r>
              <a:rPr lang="bg-BG" altLang="bg-BG" dirty="0" err="1">
                <a:latin typeface="Arial" panose="020B0604020202020204" pitchFamily="34" charset="0"/>
              </a:rPr>
              <a:t>Google</a:t>
            </a:r>
            <a:r>
              <a:rPr lang="bg-BG" altLang="bg-BG" dirty="0">
                <a:latin typeface="Arial" panose="020B0604020202020204" pitchFamily="34" charset="0"/>
              </a:rPr>
              <a:t> </a:t>
            </a:r>
            <a:r>
              <a:rPr lang="bg-BG" altLang="bg-BG" dirty="0" err="1">
                <a:latin typeface="Arial" panose="020B0604020202020204" pitchFamily="34" charset="0"/>
              </a:rPr>
              <a:t>Maps</a:t>
            </a:r>
            <a:r>
              <a:rPr lang="bg-BG" altLang="bg-BG" dirty="0">
                <a:latin typeface="Arial" panose="020B0604020202020204" pitchFamily="34" charset="0"/>
              </a:rPr>
              <a:t>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bg-BG" altLang="bg-BG" dirty="0">
                <a:latin typeface="Arial" panose="020B0604020202020204" pitchFamily="34" charset="0"/>
              </a:rPr>
              <a:t>Позволява споделяне на тренировката чрез </a:t>
            </a:r>
            <a:r>
              <a:rPr lang="bg-BG" altLang="bg-BG" dirty="0" err="1">
                <a:latin typeface="Arial" panose="020B0604020202020204" pitchFamily="34" charset="0"/>
              </a:rPr>
              <a:t>Share</a:t>
            </a:r>
            <a:r>
              <a:rPr lang="bg-BG" altLang="bg-BG" dirty="0">
                <a:latin typeface="Arial" panose="020B0604020202020204" pitchFamily="34" charset="0"/>
              </a:rPr>
              <a:t> </a:t>
            </a:r>
            <a:r>
              <a:rPr lang="bg-BG" altLang="bg-BG" dirty="0" err="1">
                <a:latin typeface="Arial" panose="020B0604020202020204" pitchFamily="34" charset="0"/>
              </a:rPr>
              <a:t>Intent</a:t>
            </a:r>
            <a:r>
              <a:rPr lang="bg-BG" altLang="bg-BG" dirty="0">
                <a:latin typeface="Arial" panose="020B0604020202020204" pitchFamily="34" charset="0"/>
              </a:rPr>
              <a:t>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bg-BG" altLang="bg-BG" dirty="0">
                <a:latin typeface="Arial" panose="020B0604020202020204" pitchFamily="34" charset="0"/>
              </a:rPr>
              <a:t>Предоставя бутони за редактиране на записа.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bg-BG" altLang="bg-BG" dirty="0">
                <a:latin typeface="Arial" panose="020B0604020202020204" pitchFamily="34" charset="0"/>
              </a:rPr>
              <a:t>Позволява изтриване на тренировката от локалната база данни.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bg-BG" altLang="bg-BG" dirty="0">
                <a:latin typeface="Arial" panose="020B0604020202020204" pitchFamily="34" charset="0"/>
              </a:rPr>
              <a:t>Осигурява бързо връщане назад към списъка с тренировки.</a:t>
            </a:r>
          </a:p>
        </p:txBody>
      </p:sp>
    </p:spTree>
    <p:extLst>
      <p:ext uri="{BB962C8B-B14F-4D97-AF65-F5344CB8AC3E}">
        <p14:creationId xmlns:p14="http://schemas.microsoft.com/office/powerpoint/2010/main" val="1030354238"/>
      </p:ext>
    </p:extLst>
  </p:cSld>
  <p:clrMapOvr>
    <a:masterClrMapping/>
  </p:clrMapOvr>
</p:sld>
</file>

<file path=ppt/theme/theme1.xml><?xml version="1.0" encoding="utf-8"?>
<a:theme xmlns:a="http://schemas.openxmlformats.org/drawingml/2006/main" name="Дълбочина">
  <a:themeElements>
    <a:clrScheme name="Дълбочина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Дълбочина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Дълбочина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Дълбочина</Template>
  <TotalTime>46</TotalTime>
  <Words>247</Words>
  <Application>Microsoft Office PowerPoint</Application>
  <PresentationFormat>Широк екран</PresentationFormat>
  <Paragraphs>26</Paragraphs>
  <Slides>4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4</vt:i4>
      </vt:variant>
    </vt:vector>
  </HeadingPairs>
  <TitlesOfParts>
    <vt:vector size="7" baseType="lpstr">
      <vt:lpstr>Arial</vt:lpstr>
      <vt:lpstr>Corbel</vt:lpstr>
      <vt:lpstr>Дълбочина</vt:lpstr>
      <vt:lpstr>FitTrack Mobile app</vt:lpstr>
      <vt:lpstr>Презентация на PowerPoint</vt:lpstr>
      <vt:lpstr>Страница за създаване на тренировка</vt:lpstr>
      <vt:lpstr>Страница с детайли за тренировката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Nikolay Kodzhahristov</dc:creator>
  <cp:lastModifiedBy>Nikolay Kodzhahristov</cp:lastModifiedBy>
  <cp:revision>2</cp:revision>
  <dcterms:created xsi:type="dcterms:W3CDTF">2025-11-24T11:50:40Z</dcterms:created>
  <dcterms:modified xsi:type="dcterms:W3CDTF">2025-11-24T12:37:19Z</dcterms:modified>
</cp:coreProperties>
</file>